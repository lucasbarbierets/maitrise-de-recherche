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E04CC-08D2-E2FD-EC98-8861F0A7B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E61F03-6DFA-8775-A2B4-DBD3BDFEC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BED2EB-15F0-0C28-81E5-F2BC45D6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2C988E-464B-A621-FA36-8D647BD5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779172-6694-D2EB-FBA6-D99D67F4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00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E7015-C91D-D5A5-20AA-663192DE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DEE2DA-CAE0-D2BC-A5D5-5D35D6701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72A00C-3285-A126-F4DE-E638A501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4595FB-6541-01F5-7E0A-62FAFD6D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8D05F8-3CED-7ABA-82C4-882FC039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02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B51039-63C7-3FB0-DCEC-BC399DDD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551A71-F896-55BE-2F5C-F4A44560C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EFEA14-6C77-0529-52EA-C60185E8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CD6390-9A07-9370-BE57-2124EE9A4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33375F-675B-B082-D536-2B7688B7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23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FD5E2-634A-1C5F-DDCE-57AD516B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AFD14F-07CA-A72B-92D7-CE032AB2E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BC3261-DFDB-5E96-9CE3-B9882D6D2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D16E27-D306-229A-0D71-5F91635E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13CB8B-D894-F2F0-6000-359C94CA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6BA717-BCD7-3648-A8B9-240EDAA1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7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62063-7366-FA0B-9D8C-B23A16FC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5E29C6-E1CE-D526-05D9-6E3DDF02F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F8F1E9-234F-8CA4-3CBC-3799CC2B0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D0F735-A3A8-6FE9-C5FF-06BD1FC1B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5B80A00-DD12-9489-4EE2-9980BAC36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59D60D3-B7C1-E0D7-7176-D813258A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2A49C7A-1DDA-3DEE-A065-D4F805FF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2AC7EC-AF97-9E87-EFEA-2B501FFF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50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45876-21C9-6A4B-BE19-34C2BC16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79D1A5-5B4D-4D78-798E-F74A466C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498CA1-4A5A-779F-22AE-1CEE2B52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01799C-AD76-8F90-9884-81424222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35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D77B68B-49D5-111D-2694-25FA37A8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0A67CC-A941-007E-15EB-EC6DAD70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A2268A-46C3-1817-5CD4-63257DE9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028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C00E2-BECC-6675-CC6A-04977A52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C57F11-48E2-FA8A-063B-28C355B58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4AD2EE-EAAF-548F-96EB-16A2ECC7E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CE4B16-5C19-FFF0-CB65-E7E9A3AC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7BEF76-BE7A-35AD-197C-197E8F08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858DE2-E2CF-8A3F-5050-FB9BF7D7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86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D51EB-FC99-AAB8-F553-B1C7237C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F2590F0-3D2D-5F1A-F700-ED2E04777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387AFD-0FF6-B217-6ECF-E713D8842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F9E7D7-F9B5-244C-B069-1B163BA7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B4D0C6-B9FC-1DA5-B68C-21EF835C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B10D82-2649-E718-8422-ED5903DC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95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0A84BB-1E79-D7D9-FAA1-CA3610A2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2451F4-A703-E817-73DD-DF798F9F6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246573-6808-EBE6-5BE8-5E2C7D3F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252079-D4EB-DA79-A85A-7FF3E1890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CBCFA8-8DF6-C048-3F11-5087E548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9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A65B89-B870-CAE4-3569-2B922FCFE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B1FD81-C073-C244-C5C6-D4D2CA446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D09B18-86FF-E181-08FA-B14CC237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F26917-3450-F26C-CB27-9CA150C9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42A73-E84D-BD71-055A-460B378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24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0FB6EA-10ED-A5C7-B9B6-322CDEA9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FA6544-1DDC-F8D5-4166-B95C15AE3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7F0DFC-1102-0DA0-E762-C4CBE3FD3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55F29-9214-403D-B155-EA33C2272FA1}" type="datetimeFigureOut">
              <a:rPr lang="fr-FR" smtClean="0"/>
              <a:t>2025-08-17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8BEA57-5DC8-2776-59A2-97AA06A71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D7518B-B3DD-4DA7-DA9D-0DC937944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73780-9E72-4685-9CCE-1955296A03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129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E9EB50E-580E-CC89-A82B-AAB52DC9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58" y="344181"/>
            <a:ext cx="9526621" cy="451522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EFE9750-BAF1-9F35-E035-B27F7B4A2024}"/>
              </a:ext>
            </a:extLst>
          </p:cNvPr>
          <p:cNvSpPr txBox="1"/>
          <p:nvPr/>
        </p:nvSpPr>
        <p:spPr>
          <a:xfrm>
            <a:off x="4282100" y="5044425"/>
            <a:ext cx="6094378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Rayon des perforations : 0.4 mm (1/32")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de perforations : 8 * 22 = 176 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Porosité réelle de la plaque : 1.1%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6AD98C-08EA-C3ED-AC7B-1982737F6F25}"/>
              </a:ext>
            </a:extLst>
          </p:cNvPr>
          <p:cNvSpPr txBox="1"/>
          <p:nvPr/>
        </p:nvSpPr>
        <p:spPr>
          <a:xfrm>
            <a:off x="5057164" y="257180"/>
            <a:ext cx="609437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Cartouche Poly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79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48E24D2-65B6-4205-13F8-D6C49387C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03" y="1669234"/>
            <a:ext cx="5334000" cy="40005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516D5D3-66ED-E38A-B32F-7C1E52F51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9234"/>
            <a:ext cx="5334000" cy="40005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C9BDF12-52E7-1613-DF01-E1DF449ACDA7}"/>
              </a:ext>
            </a:extLst>
          </p:cNvPr>
          <p:cNvSpPr txBox="1"/>
          <p:nvPr/>
        </p:nvSpPr>
        <p:spPr>
          <a:xfrm>
            <a:off x="4744014" y="378157"/>
            <a:ext cx="609437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Validation numérique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2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1106416-63E1-0DDB-9466-5A87111E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86" y="813385"/>
            <a:ext cx="9125146" cy="432493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350D64A-4CD6-47F7-E18F-32E271E2E3DD}"/>
              </a:ext>
            </a:extLst>
          </p:cNvPr>
          <p:cNvSpPr txBox="1"/>
          <p:nvPr/>
        </p:nvSpPr>
        <p:spPr>
          <a:xfrm>
            <a:off x="4103017" y="5262326"/>
            <a:ext cx="6094428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Rayon des perforations : 2 mm (</a:t>
            </a:r>
            <a:r>
              <a:rPr lang="fr-FR" b="1" dirty="0"/>
              <a:t>5/32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de perforations : 4 * 14 = 56 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Porosité réelle de la plaque : </a:t>
            </a:r>
            <a:r>
              <a:rPr lang="fr-F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23EF9E-D780-6237-6C7D-ECD06338B319}"/>
              </a:ext>
            </a:extLst>
          </p:cNvPr>
          <p:cNvSpPr txBox="1"/>
          <p:nvPr/>
        </p:nvSpPr>
        <p:spPr>
          <a:xfrm>
            <a:off x="3530022" y="160632"/>
            <a:ext cx="609437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Cartouche Globale (Optimisation Cartouche ETS)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1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6F3E3E7-C34A-9387-5CF1-BA9AE4A6A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21" y="3429000"/>
            <a:ext cx="3978347" cy="298376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2DC0BA9-6A25-BE06-D4FD-A6B20885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621" y="236094"/>
            <a:ext cx="3978346" cy="29837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52480FF-6033-9288-FFF3-A12D1F933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378" y="80252"/>
            <a:ext cx="4186136" cy="313960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ACFA124-C8D7-FE79-C23A-168B959CC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983" y="3317032"/>
            <a:ext cx="4276926" cy="320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7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9BA3D32-0CA4-412E-CBD4-161295B8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285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4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9B875FA-065F-4F36-2335-92C8388B0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3" y="712313"/>
            <a:ext cx="5334000" cy="40005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3B7F978-8192-01E4-6F13-4BDEAA5AF0CB}"/>
              </a:ext>
            </a:extLst>
          </p:cNvPr>
          <p:cNvSpPr txBox="1"/>
          <p:nvPr/>
        </p:nvSpPr>
        <p:spPr>
          <a:xfrm>
            <a:off x="1322110" y="5084488"/>
            <a:ext cx="6094428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Rayon des perforations : 1.4 mm (</a:t>
            </a:r>
            <a:r>
              <a:rPr lang="fr-FR" b="1" dirty="0"/>
              <a:t>7/64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de perforations : 25 * 25 = 625 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Porosité réelle de la plaque : </a:t>
            </a:r>
            <a:r>
              <a:rPr lang="fr-F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40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6CFEF9D-756D-1975-1BF5-63FCD34EB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712313"/>
            <a:ext cx="5334000" cy="40005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A6ECAF8-FB6E-7063-37A8-747D2985B001}"/>
              </a:ext>
            </a:extLst>
          </p:cNvPr>
          <p:cNvSpPr txBox="1"/>
          <p:nvPr/>
        </p:nvSpPr>
        <p:spPr>
          <a:xfrm>
            <a:off x="6678106" y="5087929"/>
            <a:ext cx="6094428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Rayon des perforations : 2.4 mm (</a:t>
            </a:r>
            <a:r>
              <a:rPr lang="fr-FR" b="1" dirty="0"/>
              <a:t>3/16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de perforations : 2 * 12 = 24 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Porosité réelle de la plaque : 4.9%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CB87190-715F-B8E4-8E68-13B25581FADD}"/>
              </a:ext>
            </a:extLst>
          </p:cNvPr>
          <p:cNvSpPr txBox="1"/>
          <p:nvPr/>
        </p:nvSpPr>
        <p:spPr>
          <a:xfrm>
            <a:off x="4783787" y="213821"/>
            <a:ext cx="609437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Cartouche Hutchinson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6463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117</Words>
  <Application>Microsoft Office PowerPoint</Application>
  <PresentationFormat>Grand écran</PresentationFormat>
  <Paragraphs>16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Barbier, Lucas</dc:creator>
  <cp:lastModifiedBy>Barbier, Lucas</cp:lastModifiedBy>
  <cp:revision>2</cp:revision>
  <dcterms:created xsi:type="dcterms:W3CDTF">2025-08-12T16:30:23Z</dcterms:created>
  <dcterms:modified xsi:type="dcterms:W3CDTF">2025-08-17T18:56:13Z</dcterms:modified>
</cp:coreProperties>
</file>