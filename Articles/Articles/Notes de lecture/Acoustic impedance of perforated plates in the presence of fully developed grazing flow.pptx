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6" r:id="rId6"/>
    <p:sldId id="257" r:id="rId7"/>
    <p:sldId id="259" r:id="rId8"/>
    <p:sldId id="260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62096-B4BE-4846-A02D-82928287FB59}" v="96" dt="2024-06-13T15:22:23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ED3AC6-90CA-F379-96AE-A60E14C2D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77D0CA-AB7C-CE0F-9574-EDAAF3E5B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E18846-DA01-FF93-A88F-46C33294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0A82C7-6EB8-55BF-282E-F53AFE5F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DFE2EC-1017-D257-EF1C-C083C9A9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977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2DE2E6-5272-E217-934F-296EE3F5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A1B8A5-CD75-EC21-09B3-E4114709B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058828-0FD5-6954-3B60-A40473B7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2B7886-E6AA-1E02-D184-E3F28989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EF650D-506B-AC8E-A505-7AC0F9FB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420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98B2DC-1BAC-783F-F10F-6121BCE5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0F95A8-A18F-7E14-2F34-8959CA621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6BA9BB-5610-7151-E7D9-B4EB07276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678BDB-7186-2D89-F3E7-32D4AA64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EC6F63-09EB-11C9-D33F-02FA89089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9212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B076A-CCCC-DD33-94D8-C780EE14C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37635F-E311-D4E1-A369-377EF5F19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3F6628-7B89-AC7E-9307-0F71E5622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1C3FE2-A69D-9744-189E-BFBC83836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2055BA-7D3F-7092-1118-0FF62EED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C86F5F-0F98-CE30-D2B8-647116725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384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2BCD66-7BA6-C036-A612-8488D7E26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3DD7E3-39DB-EAA6-728D-E0140287A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3F48E6-4A56-6533-9B8F-853604F2E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E714334-2EC5-6454-6565-01A03072A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A8FBD6-F2B6-B3A4-EE34-FCA065D61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3F08340-DAE8-96EA-8887-DB5A5DB4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7D5DEED-035F-9BD1-7AC6-33BCCC2D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BD6661-65C5-92B6-2866-7DB1CAF3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6165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B66E0A-B892-139F-4909-92B13B1C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4AD498B-BB6B-115D-8A7D-97BC47E1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131228-3C37-E648-A9C4-BCDFAFE2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87275E-22B4-0E1B-981E-93605285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07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70E7FB6-4DBE-8C9C-8EEE-AACEA6694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568AFB4-47B2-3CF8-2726-CA186CFC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F21500-B9CE-1B8D-9A59-C9684352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215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03298-B063-4A40-7F80-8335779C2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CDDC4-BDE9-A310-2EEF-EE07EC282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C28FB6-5EE8-A9EC-9438-5AAA14974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15F9A8-39B0-5E8C-15BA-E9553B25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AEA56A-5315-E14E-A12E-DE06365F2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B9C208-A43A-E3C8-7F7E-B113FC69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087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855209-077E-5955-A601-42F61E68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17483F5-8519-AEC4-0AFD-FB941E4F4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1166A7-34D0-EE8B-542F-D9B9A675F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F59BCE-E104-309C-6557-BE7971F8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2C33AB-929D-4CB6-1B22-A826AC02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F0EE96-755B-E650-58FB-092F068A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829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DCBCB0-9F20-545D-A6A7-327ECCAB9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C7CC07-D6B0-D60E-0298-A9CE7E9DD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73B792-7F13-E9BE-AD68-85B4E1CE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2E12A5-45C0-BFBD-2A9A-4850DCE73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32617B-A9DC-EA9A-729A-32512F97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7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09A2BB9-868B-BE22-BB5E-9D109914C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B05F36-E42F-7A27-2599-9FF8D7629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3C175B-D30E-28BC-46A3-937146CD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646806-B3C3-6EDA-08C0-E0CE8851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0141E3-E27C-2815-A9A5-4B02286D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55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5BFE47-DA8F-EE72-CD34-E6236E448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35147E-4D84-14F2-8642-23204A15E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BA64EB-46DD-644B-388E-2D7411E22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FC8E9-A40A-44AA-8D05-44201B23FE31}" type="datetimeFigureOut">
              <a:rPr lang="fr-FR" smtClean="0"/>
              <a:t>12/06/2024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7393BE-ED28-2397-7ABD-5845AC085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29A403-93CF-24A4-AF80-0DFA3FC97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24773-89E3-4DD8-A6B5-4D87712B96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781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74D4F12-DB64-6871-8CFC-8E1047208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50" y="555069"/>
            <a:ext cx="1533525" cy="7143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FD79974-0659-7AE6-5777-DD62D3495C62}"/>
              </a:ext>
            </a:extLst>
          </p:cNvPr>
          <p:cNvSpPr txBox="1"/>
          <p:nvPr/>
        </p:nvSpPr>
        <p:spPr>
          <a:xfrm>
            <a:off x="295275" y="651390"/>
            <a:ext cx="357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Impédance spécifique de surface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4DA9719-D160-B929-0337-DE61FF045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6" y="2230992"/>
            <a:ext cx="2085975" cy="66675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9742CE2-1288-ED58-3AFC-B768A802E5CB}"/>
              </a:ext>
            </a:extLst>
          </p:cNvPr>
          <p:cNvSpPr txBox="1"/>
          <p:nvPr/>
        </p:nvSpPr>
        <p:spPr>
          <a:xfrm>
            <a:off x="3167061" y="1833562"/>
            <a:ext cx="73866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L’impédance spécifique de transmission est définie comme le rapport entre la différence de pression entre l’amont et l’aval d’une perforation sur la vitesse de la particule dans la perforation</a:t>
            </a:r>
          </a:p>
          <a:p>
            <a:r>
              <a:rPr lang="fr-FR" dirty="0"/>
              <a:t>C’est la différence entre l’impédance spécifique de surface et l’impédance spécifique de rayonnement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CB3DFC60-508D-A739-8488-8415541EFFF3}"/>
                  </a:ext>
                </a:extLst>
              </p:cNvPr>
              <p:cNvSpPr txBox="1"/>
              <p:nvPr/>
            </p:nvSpPr>
            <p:spPr>
              <a:xfrm>
                <a:off x="987358" y="3470911"/>
                <a:ext cx="7948010" cy="330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𝑓𝑙𝑜𝑤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𝑓𝑙𝑜𝑤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𝑓𝑙𝑜𝑤</m:t>
                              </m:r>
                            </m:sub>
                          </m:sSub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𝑠𝑢𝑟𝑓𝑎𝑐𝑒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𝑓𝑙𝑜𝑤</m:t>
                              </m:r>
                            </m:sub>
                          </m:sSub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𝑟𝑎𝑦𝑜𝑛𝑛𝑒𝑚𝑒𝑛𝑡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𝑓𝑙𝑜𝑤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CB3DFC60-508D-A739-8488-8415541EF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58" y="3470911"/>
                <a:ext cx="7948010" cy="330668"/>
              </a:xfrm>
              <a:prstGeom prst="rect">
                <a:avLst/>
              </a:prstGeom>
              <a:blipFill>
                <a:blip r:embed="rId4"/>
                <a:stretch>
                  <a:fillRect l="-307" t="-1818" r="-77" b="-2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11">
            <a:extLst>
              <a:ext uri="{FF2B5EF4-FFF2-40B4-BE49-F238E27FC236}">
                <a16:creationId xmlns:a16="http://schemas.microsoft.com/office/drawing/2014/main" id="{CDC104AC-65A3-F721-C6FC-3C866ED5D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358" y="4160435"/>
            <a:ext cx="1123950" cy="42862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E05A91EA-C2C7-8B05-6956-CE0BFDB02FA1}"/>
              </a:ext>
            </a:extLst>
          </p:cNvPr>
          <p:cNvSpPr txBox="1"/>
          <p:nvPr/>
        </p:nvSpPr>
        <p:spPr>
          <a:xfrm>
            <a:off x="2409825" y="4160435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L’impédance de radiation ne dépend pas de l’écoulement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45ADF7DD-4427-B6B8-8F3D-22A901646F8C}"/>
                  </a:ext>
                </a:extLst>
              </p:cNvPr>
              <p:cNvSpPr txBox="1"/>
              <p:nvPr/>
            </p:nvSpPr>
            <p:spPr>
              <a:xfrm>
                <a:off x="1254060" y="5089982"/>
                <a:ext cx="3765326" cy="330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𝑠𝑢𝑟𝑓𝑎𝑐𝑒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𝑛𝑜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𝑓𝑙𝑜𝑤</m:t>
                            </m:r>
                          </m:sub>
                        </m:sSub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𝑠𝑢𝑟𝑓𝑎𝑐𝑒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45ADF7DD-4427-B6B8-8F3D-22A901646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060" y="5089982"/>
                <a:ext cx="3765326" cy="330668"/>
              </a:xfrm>
              <a:prstGeom prst="rect">
                <a:avLst/>
              </a:prstGeom>
              <a:blipFill>
                <a:blip r:embed="rId6"/>
                <a:stretch>
                  <a:fillRect l="-2269" t="-3704" r="-972" b="-259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13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886E6C3-55C4-74BC-BD2E-3019917FF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72" y="1030962"/>
            <a:ext cx="5625424" cy="503534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96D28FC-10EC-A801-1873-6D8180B56EDA}"/>
              </a:ext>
            </a:extLst>
          </p:cNvPr>
          <p:cNvSpPr txBox="1"/>
          <p:nvPr/>
        </p:nvSpPr>
        <p:spPr>
          <a:xfrm>
            <a:off x="3751152" y="661630"/>
            <a:ext cx="2344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 = 30 mm</a:t>
            </a:r>
          </a:p>
        </p:txBody>
      </p:sp>
    </p:spTree>
    <p:extLst>
      <p:ext uri="{BB962C8B-B14F-4D97-AF65-F5344CB8AC3E}">
        <p14:creationId xmlns:p14="http://schemas.microsoft.com/office/powerpoint/2010/main" val="4168549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72FA750B-CBF6-92CD-689D-F67F930A8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82" y="3154959"/>
            <a:ext cx="6832292" cy="328739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60B4E83-A0FC-29FE-A510-0FABF18EA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29" y="855181"/>
            <a:ext cx="4274153" cy="372405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851000A-813B-02BB-E5FE-881372699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482" y="94389"/>
            <a:ext cx="3498099" cy="298587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DFB6A3C-DA67-87B7-94BE-6F591D0F4E66}"/>
              </a:ext>
            </a:extLst>
          </p:cNvPr>
          <p:cNvSpPr txBox="1"/>
          <p:nvPr/>
        </p:nvSpPr>
        <p:spPr>
          <a:xfrm>
            <a:off x="8704581" y="397980"/>
            <a:ext cx="3290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L’épaisseur de  couche limite turbulente varie suivant l’axe x</a:t>
            </a:r>
          </a:p>
          <a:p>
            <a:r>
              <a:rPr lang="fr-FR" dirty="0"/>
              <a:t>( 4mm pour x = 200mm, 19mm pour x = 1000 mm)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AC716CB6-3005-A371-D597-9E96C7E0410D}"/>
              </a:ext>
            </a:extLst>
          </p:cNvPr>
          <p:cNvCxnSpPr/>
          <p:nvPr/>
        </p:nvCxnSpPr>
        <p:spPr>
          <a:xfrm>
            <a:off x="1268963" y="737118"/>
            <a:ext cx="17541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9788E82B-1882-3699-4D81-C4705B946911}"/>
              </a:ext>
            </a:extLst>
          </p:cNvPr>
          <p:cNvSpPr txBox="1"/>
          <p:nvPr/>
        </p:nvSpPr>
        <p:spPr>
          <a:xfrm>
            <a:off x="1390445" y="388927"/>
            <a:ext cx="1511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 = 1000 mm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2E850059-F64B-C140-C18B-145E7F1F6E37}"/>
              </a:ext>
            </a:extLst>
          </p:cNvPr>
          <p:cNvCxnSpPr/>
          <p:nvPr/>
        </p:nvCxnSpPr>
        <p:spPr>
          <a:xfrm>
            <a:off x="3023118" y="758259"/>
            <a:ext cx="0" cy="1124862"/>
          </a:xfrm>
          <a:prstGeom prst="line">
            <a:avLst/>
          </a:prstGeom>
          <a:ln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45AD2C2D-4675-36CB-B282-EF3D26612947}"/>
              </a:ext>
            </a:extLst>
          </p:cNvPr>
          <p:cNvCxnSpPr>
            <a:cxnSpLocks/>
          </p:cNvCxnSpPr>
          <p:nvPr/>
        </p:nvCxnSpPr>
        <p:spPr>
          <a:xfrm>
            <a:off x="10210800" y="3154959"/>
            <a:ext cx="0" cy="213332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6D889AA3-A016-1BD3-5B6E-F3C64DC24F7B}"/>
              </a:ext>
            </a:extLst>
          </p:cNvPr>
          <p:cNvSpPr txBox="1"/>
          <p:nvPr/>
        </p:nvSpPr>
        <p:spPr>
          <a:xfrm>
            <a:off x="8749249" y="2772489"/>
            <a:ext cx="2954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Vitesse de convection moyenne </a:t>
            </a:r>
            <a:r>
              <a:rPr lang="fr-FR" sz="1400" dirty="0" err="1"/>
              <a:t>Uc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73627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5B6E030-85AF-ED96-F9CA-AAD3D33F6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4" y="1381125"/>
            <a:ext cx="3175146" cy="304198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D01DA92-D8C7-35C2-CC21-7B3B727AD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381125"/>
            <a:ext cx="3175146" cy="307434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3980480-0760-56A5-48DE-14A28EAAD36D}"/>
              </a:ext>
            </a:extLst>
          </p:cNvPr>
          <p:cNvSpPr txBox="1"/>
          <p:nvPr/>
        </p:nvSpPr>
        <p:spPr>
          <a:xfrm>
            <a:off x="352425" y="476251"/>
            <a:ext cx="7458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porosité et le ration t/</a:t>
            </a:r>
            <a:r>
              <a:rPr lang="fr-FR" dirty="0" err="1"/>
              <a:t>dt</a:t>
            </a:r>
            <a:r>
              <a:rPr lang="fr-FR" dirty="0"/>
              <a:t>  n’ont pas l’air d’impact l’impédance spécifique de transmission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8788E7E-3AC1-71BC-971F-3229457AC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3429000"/>
            <a:ext cx="3948112" cy="309047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9A79236-90C8-4505-4A31-9091EC59D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234" y="2871121"/>
            <a:ext cx="2369343" cy="55787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2909EA1-7558-57F3-D387-AB65EA3B2A98}"/>
              </a:ext>
            </a:extLst>
          </p:cNvPr>
          <p:cNvSpPr txBox="1"/>
          <p:nvPr/>
        </p:nvSpPr>
        <p:spPr>
          <a:xfrm>
            <a:off x="9022054" y="2539497"/>
            <a:ext cx="277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Par régression</a:t>
            </a:r>
          </a:p>
        </p:txBody>
      </p:sp>
    </p:spTree>
    <p:extLst>
      <p:ext uri="{BB962C8B-B14F-4D97-AF65-F5344CB8AC3E}">
        <p14:creationId xmlns:p14="http://schemas.microsoft.com/office/powerpoint/2010/main" val="181761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F04CE7-E645-12EF-E76C-9EEE16F64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740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Ce qui n’est pas encore très clair : </a:t>
            </a:r>
          </a:p>
          <a:p>
            <a:r>
              <a:rPr lang="fr-FR" dirty="0"/>
              <a:t>Quelle est la différence entre </a:t>
            </a:r>
            <a:r>
              <a:rPr lang="fr-FR" dirty="0" err="1"/>
              <a:t>Mmean</a:t>
            </a:r>
            <a:r>
              <a:rPr lang="fr-FR" dirty="0"/>
              <a:t> et </a:t>
            </a:r>
            <a:r>
              <a:rPr lang="fr-FR" dirty="0" err="1"/>
              <a:t>Minfini</a:t>
            </a:r>
            <a:r>
              <a:rPr lang="fr-FR" dirty="0"/>
              <a:t>?</a:t>
            </a:r>
          </a:p>
          <a:p>
            <a:r>
              <a:rPr lang="fr-FR" dirty="0"/>
              <a:t>Est-ce que Mc est </a:t>
            </a:r>
            <a:r>
              <a:rPr lang="fr-FR" dirty="0" err="1"/>
              <a:t>généner</a:t>
            </a:r>
            <a:r>
              <a:rPr lang="fr-FR" dirty="0"/>
              <a:t> avec la source sonore </a:t>
            </a:r>
            <a:r>
              <a:rPr lang="fr-FR" dirty="0" err="1"/>
              <a:t>alumée</a:t>
            </a:r>
            <a:r>
              <a:rPr lang="fr-FR" dirty="0"/>
              <a:t> ou est une vitesse entièrement produite par l’écoulement?</a:t>
            </a:r>
          </a:p>
          <a:p>
            <a:r>
              <a:rPr lang="fr-FR" dirty="0"/>
              <a:t>Dans la table 1, H est un « </a:t>
            </a:r>
            <a:r>
              <a:rPr lang="fr-FR" dirty="0" err="1"/>
              <a:t>shape</a:t>
            </a:r>
            <a:r>
              <a:rPr lang="fr-FR" dirty="0"/>
              <a:t> factor » et dans 4.1 il est associé à la hauteur du tube d’écoulement. Pourquoi?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60179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158d877-0a27-4068-af40-1e13d9e2622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6E9507B05D4541BBF0D85C8DCCA0FF" ma:contentTypeVersion="10" ma:contentTypeDescription="Crée un document." ma:contentTypeScope="" ma:versionID="661c5f1f24ea0033402cc1a45239a014">
  <xsd:schema xmlns:xsd="http://www.w3.org/2001/XMLSchema" xmlns:xs="http://www.w3.org/2001/XMLSchema" xmlns:p="http://schemas.microsoft.com/office/2006/metadata/properties" xmlns:ns2="0158d877-0a27-4068-af40-1e13d9e26224" targetNamespace="http://schemas.microsoft.com/office/2006/metadata/properties" ma:root="true" ma:fieldsID="ae656c04e8e0322a9bf9b425972d0262" ns2:_="">
    <xsd:import namespace="0158d877-0a27-4068-af40-1e13d9e262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58d877-0a27-4068-af40-1e13d9e262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85a852ff-fd58-470d-9965-c03373c1aa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74C69C-6AE1-4BBD-8172-53F8473CCFCC}">
  <ds:schemaRefs>
    <ds:schemaRef ds:uri="http://schemas.microsoft.com/office/2006/metadata/properties"/>
    <ds:schemaRef ds:uri="http://schemas.microsoft.com/office/infopath/2007/PartnerControls"/>
    <ds:schemaRef ds:uri="0158d877-0a27-4068-af40-1e13d9e26224"/>
  </ds:schemaRefs>
</ds:datastoreItem>
</file>

<file path=customXml/itemProps2.xml><?xml version="1.0" encoding="utf-8"?>
<ds:datastoreItem xmlns:ds="http://schemas.openxmlformats.org/officeDocument/2006/customXml" ds:itemID="{1AC31E6E-6DB6-4551-A8B6-E8A45FB642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58d877-0a27-4068-af40-1e13d9e262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BF3830E-E815-49E7-B2FC-A72CEAB043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187</Words>
  <Application>Microsoft Office PowerPoint</Application>
  <PresentationFormat>Grand écran</PresentationFormat>
  <Paragraphs>17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Barbier, Lucas</dc:creator>
  <cp:lastModifiedBy>Barbier, Lucas</cp:lastModifiedBy>
  <cp:revision>1</cp:revision>
  <dcterms:created xsi:type="dcterms:W3CDTF">2024-06-12T20:19:20Z</dcterms:created>
  <dcterms:modified xsi:type="dcterms:W3CDTF">2024-06-13T15:31:51Z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0x0101001C6E9507B05D4541BBF0D85C8DCCA0FF</vt:lpwstr>
  </property>
  <property fmtid="{D5CDD505-2E9C-101B-9397-08002B2CF9AE}" pid="3" name="MediaServiceImageTags">
    <vt:lpwstr/>
  </property>
</Properties>
</file>